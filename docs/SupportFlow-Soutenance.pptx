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Projet de stage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SupportFlow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Automatisation du processus de gestion des tickets support client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Application web de support avec workflow Camunda, SSO Keycloak, GED Alfresco et CI/CD GitOps.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97180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38BDF8">
                <a:alpha val="6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18104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Backend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410712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Spring Boot 3 / Java 17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71800" y="297180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2DD4BF">
                <a:alpha val="6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3118104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Frontend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36392" y="3410712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Angular 17 + PrimeNG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285232" y="297180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BF24">
                <a:alpha val="6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3118104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Workflow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49824" y="3410712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Camunda BPM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98664" y="2971800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7185">
                <a:alpha val="6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63256" y="3118104"/>
            <a:ext cx="1819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Identite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63256" y="3410712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Keycloak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8368" y="4434840"/>
            <a:ext cx="9418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Parcours cible: client cree -&gt; manager assigne -&gt; agent traite -&gt; client valide -&gt; manager archive.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Contexte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Problematique et objectifs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projet vise a industrialiser un support client trace, securise et mesurable.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241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Centraliser la creation, l assignation, le suivi et la cloture des tickets.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Automatiser les transitions critiques via Camunda et des regles SLA metier.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Securiser l acces par roles avec Keycloak et des comptes federes.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Archiver les documents et rapports dans Alfresco avec metadonnees de tracabilite.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Rendre l exploitation demonstrable avec GitHub Actions, ArgoCD, MicroK8s et SonarQube.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Vue d ensemble technique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socle relie le front Angular a des services metier et des integrations externes.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1920240" cy="914400"/>
          </a:xfrm>
          <a:prstGeom prst="roundRect">
            <a:avLst/>
          </a:prstGeom>
          <a:solidFill>
            <a:srgbClr val="12305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1214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Angular + PrimeNG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PWA / WebSocket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907792" y="2212848"/>
            <a:ext cx="548640" cy="320040"/>
          </a:xfrm>
          <a:prstGeom prst="chevron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1920240"/>
            <a:ext cx="2240280" cy="914400"/>
          </a:xfrm>
          <a:prstGeom prst="roundRect">
            <a:avLst/>
          </a:prstGeom>
          <a:solidFill>
            <a:srgbClr val="173560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2121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Spring Boot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API / SLA / Notifications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62472" y="2212848"/>
            <a:ext cx="548640" cy="320040"/>
          </a:xfrm>
          <a:prstGeom prst="chevron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417320"/>
            <a:ext cx="2057400" cy="822960"/>
          </a:xfrm>
          <a:prstGeom prst="roundRect">
            <a:avLst/>
          </a:prstGeom>
          <a:solidFill>
            <a:srgbClr val="203E69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14032" y="170078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Camunda BPM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66560" y="2423160"/>
            <a:ext cx="2057400" cy="822960"/>
          </a:xfrm>
          <a:prstGeom prst="roundRect">
            <a:avLst/>
          </a:prstGeom>
          <a:solidFill>
            <a:srgbClr val="203E69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270662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Keycloak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766560" y="3429000"/>
            <a:ext cx="2057400" cy="822960"/>
          </a:xfrm>
          <a:prstGeom prst="roundRect">
            <a:avLst/>
          </a:prstGeom>
          <a:solidFill>
            <a:srgbClr val="203E69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3712464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Alfresco GED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189720" y="1920240"/>
            <a:ext cx="1828800" cy="914400"/>
          </a:xfrm>
          <a:prstGeom prst="roundRect">
            <a:avLst/>
          </a:prstGeom>
          <a:solidFill>
            <a:srgbClr val="12305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2139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MySQL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+ rapports Jasper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4983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Le flux complet reste observable via dashboard, notifications, archives et reporting mensuel.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Workflow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Cycle de vie du ticket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moteur Camunda et les regles metier pilotent les transitions critiques.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5486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Creation du ticket avec priorite et SLA calcules automatiquement.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Assignation manager avec shortlist d agents et charge visible.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Prise en charge agent puis traitement structure.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Mise en attente client avec motif et pause SLA explicite.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Reprise automatique apres reponse client.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Resolution structuree, validation ou refus client, puis cloture et archivage.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20840" y="201168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BF24">
                <a:alpha val="6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215798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Statuts cles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85432" y="2450592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NEW / PENDING / RESOLVED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006840" y="201168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7185">
                <a:alpha val="6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215798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Historique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71432" y="2450592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Traçable par evenement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20840" y="315468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38BDF8">
                <a:alpha val="6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330098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Client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85432" y="3593592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Validation unique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006840" y="315468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2DD4BF">
                <a:alpha val="6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330098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Manager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71432" y="3593592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Supervision + arbitrage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FB71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7185"/>
                </a:solidFill>
              </a:rPr>
              <a:t>Securite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Federation Keycloak et gouvernance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Les comptes applicatifs et les roles sont relies a Keycloak.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577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Connexion SSO avec separation des profils client, agent, manager et admin.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Provisioning des utilisateurs crees depuis l application vers Keycloak.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Reset mot de passe par email avec changement impose au prochain login.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Page utilisateurs avec filtres de role, statut et liaison Keycloak.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Page profil avec preferences et portail securite.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12280" y="205740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7185">
                <a:alpha val="6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76872" y="22037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Roles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976872" y="2496312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CLIENT / AGENT / MANAGER / ADMIN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961120" y="205740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BF24">
                <a:alpha val="6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25712" y="22037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Reset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25712" y="2496312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Mail + rotation mot de passe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812280" y="324612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38BDF8">
                <a:alpha val="6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339242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Sync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76872" y="3685032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Migration comptes existants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61120" y="324612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2DD4BF">
                <a:alpha val="6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339242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Controle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25712" y="3685032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Permissions backend + UI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SLA &amp; supervision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Pilotage manager et experience support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 projet met en avant la supervision metier, pas seulement la gestion CRUD.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5577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Tableau de bord manager avec file d action, charge agent et alertes intelligentes.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Centre notifications avec regroupement, actions directes et mode bulk.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Agent workbench dedie aux tickets a prendre, a reprendre et aux resolutions refusees.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Portail client avec suivi, action attendue et validation claire.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20840" y="196596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2DD4BF">
                <a:alpha val="6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211226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SLA metier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85432" y="2404872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24/7 ou heures ouvrees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006840" y="196596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BF24">
                <a:alpha val="6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211226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Buckets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71432" y="2404872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Sans owner / bloques / risque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20840" y="310896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38BDF8">
                <a:alpha val="6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325526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Agent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85432" y="3547872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Workbench priorise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006840" y="3108960"/>
            <a:ext cx="205740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7185">
                <a:alpha val="6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3255264"/>
            <a:ext cx="1728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Client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71432" y="3547872"/>
            <a:ext cx="1728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Validation et feedback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GED &amp; reporting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Alfresco et JasperReports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Les preuves documentaires et les rapports mensuels font partie du coeur du projet.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Archivage des tickets fermes et references GED visibles dans l application.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Acces direct aux documents Alfresco et a leur arborescence.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Generation de rapports mensuels PDF / Excel via JasperReports.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Recherche d archives par client, collaborateur, date et gravite.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20840" y="20116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38BDF8">
                <a:alpha val="6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215798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GED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85432" y="24505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Alfresco Share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942832" y="20116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BF24">
                <a:alpha val="6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7424" y="215798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Report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07424" y="24505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PDF + Excel mensuels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20840" y="31546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2DD4BF">
                <a:alpha val="6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330098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Recherche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85432" y="35935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client / date / gravite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42832" y="31546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7185">
                <a:alpha val="6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330098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Traçabilite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07424" y="35935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metadonnees archivees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DevOps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CI/CD GitOps et qualite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La chaine de deploiement est alignee avec le sujet et les preuves de qualite.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5623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GitHub Actions: build backend, build frontend, scan securite et analyse SonarQube.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Publication des images sur GHCR avec namespace base sur repository owner.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Mise a jour automatique des overlays Kubernetes puis synchronisation ArgoCD.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Deploiement cible sur MicroK8s.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SonarQube utilise PostgreSQL dedie.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720840" y="20116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BF24">
                <a:alpha val="64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85432" y="215798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Registry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85432" y="24505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GHCR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942832" y="20116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38BDF8">
                <a:alpha val="64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7424" y="215798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GitOps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07424" y="24505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ArgoCD + k8s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720840" y="31546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FB7185">
                <a:alpha val="64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330098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Qualite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85432" y="35935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SonarQube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942832" y="315468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0C2747">
              <a:alpha val="92000"/>
            </a:srgbClr>
          </a:solidFill>
          <a:ln w="12700">
            <a:solidFill>
              <a:srgbClr val="2DD4BF">
                <a:alpha val="64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07424" y="330098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4A3B8"/>
                </a:solidFill>
              </a:rPr>
              <a:t>Securite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07424" y="3593592"/>
            <a:ext cx="1682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</a:rPr>
              <a:t>Trivy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Demonstration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Parcours conseille pour le jury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Sequence courte et lisible pour montrer la valeur metier du projet.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9966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Client: creation d un ticket avec suggestions KB avant envoi.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Manager: assignation et lecture de la charge / du SLA.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Agent: prise en charge, attente client puis resolution structuree.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Client: validation ou refus de resolution avec feedback.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Manager: archivage, GED Alfresco et rapport mensuel.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"/>
            <a:ext cx="11457432" cy="6126480"/>
          </a:xfrm>
          <a:prstGeom prst="rect">
            <a:avLst/>
          </a:prstGeom>
          <a:solidFill>
            <a:srgbClr val="0F1D35">
              <a:alpha val="86000"/>
            </a:srgbClr>
          </a:solidFill>
          <a:ln w="12700">
            <a:solidFill>
              <a:srgbClr val="163252">
                <a:alpha val="7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658368"/>
            <a:ext cx="3108960" cy="0"/>
          </a:xfrm>
          <a:prstGeom prst="line">
            <a:avLst/>
          </a:prstGeom>
          <a:noFill/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D4BF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96012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Resultats et perspectives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157276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SupportFlow couvre l essentiel du sujet avec une experience metier demonstrable.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10058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Le projet relie workflow, securite, GED, reporting et DevOps dans une meme application.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Les parcours client, agent et manager sont coherents et supervisables.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Les livrables de conformite ont ete renforces: PWA, GitOps, SonarQube, guide, Postman, soutenance.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F8FAFC"/>
                </a:solidFill>
              </a:rPr>
              <a:t>Perspectives: enrichissement KB, regles SLA avancees, tableau de bord encore plus analytique.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623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Merci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SupportFlow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SupportFlow - Presentation Finale</dc:title>
  <dc:subject>SupportFlow - Soutenance</dc:subject>
  <dc:creator>OpenAI Codex</dc:creator>
  <cp:lastModifiedBy>OpenAI Codex</cp:lastModifiedBy>
  <cp:revision>1</cp:revision>
  <dcterms:created xsi:type="dcterms:W3CDTF">2026-05-15T10:49:05Z</dcterms:created>
  <dcterms:modified xsi:type="dcterms:W3CDTF">2026-05-15T10:49:05Z</dcterms:modified>
</cp:coreProperties>
</file>